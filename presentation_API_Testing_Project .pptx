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Проект тестування API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2C39A"/>
                </a:solidFill>
              </a:rPr>
              <a:t>Cypress + Cursor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F5F5"/>
                </a:solidFill>
              </a:rPr>
              <a:t>Курсовий проект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Огляд проекту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37744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Мета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Автоматизація API тестів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237744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Стек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JavaScript, Node.js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237744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Інструменти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Cypress + Cursor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Чому Cypress + Cursor?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188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✓ Синтаксис JavaScript — простий та зручний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✓ Вбудовані інструменти редактора — відмінне автодоповнення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✓ Легше, ніж альтернативи на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✓ Єдина структура папки проекту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Уніфікована структура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📁 Єдина папка проекту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🧪 Тести + Конфігурація + Залежності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vs. SoapUI: все розкидано по різних інструментах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Переваги та недоліки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017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Переваги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Дружній до новачків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Зручна підтримка 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Швидке налаштування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017520"/>
          </a:xfrm>
          <a:prstGeom prst="rect">
            <a:avLst/>
          </a:prstGeom>
          <a:solidFill>
            <a:srgbClr val="E8556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 Недолік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Cypress розроблений для UI тестів, а не API тестів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Результати проекту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Репозиторій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github.com/katialermtov-gif/api-tests-goals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CI/CD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Інтеграція CircleCI • Автоматизовані запуски тестів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Висновок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4688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Cypress + Cursor — відмінна вхідна точка для новачків у тестуванні API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2026-06-29T22:09:46Z</dcterms:created>
  <dcterms:modified xsi:type="dcterms:W3CDTF">2026-06-29T22:09:46Z</dcterms:modified>
</cp:coreProperties>
</file>